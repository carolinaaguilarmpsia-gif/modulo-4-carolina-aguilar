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"/>
          <p:cNvSpPr/>
          <p:nvPr/>
        </p:nvSpPr>
        <p:spPr>
          <a:xfrm>
            <a:off x="6492240" y="822960"/>
            <a:ext cx="2377440" cy="2377440"/>
          </a:xfrm>
          <a:prstGeom prst="ellipse">
            <a:avLst/>
          </a:prstGeom>
          <a:solidFill>
            <a:srgbClr val="0F8B8D">
              <a:alpha val="75000"/>
            </a:srgbClr>
          </a:solidFill>
          <a:ln/>
        </p:spPr>
      </p:sp>
      <p:sp>
        <p:nvSpPr>
          <p:cNvPr id="3" name="Motivo 2"/>
          <p:cNvSpPr/>
          <p:nvPr/>
        </p:nvSpPr>
        <p:spPr>
          <a:xfrm>
            <a:off x="7498080" y="2651760"/>
            <a:ext cx="1280160" cy="1280160"/>
          </a:xfrm>
          <a:prstGeom prst="ellipse">
            <a:avLst/>
          </a:prstGeom>
          <a:solidFill>
            <a:srgbClr val="E09F3E">
              <a:alpha val="8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AI-DLC de AWS: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y sin herramienta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endpoint implementado de dos formas y comparado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Aguilar · Módulo 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feature: estadísticas de DJ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cuántas declaraciones juradas hay en cada estado.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ve solo lo suyo: docente, administrador de facultad o DPA.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Errores: 401 sin token y 403 si se pide una facultad ajena.</a:t>
            </a:r>
            <a:endParaRPr lang="en-US" sz="1600" dirty="0"/>
          </a:p>
        </p:txBody>
      </p:sp>
      <p:sp>
        <p:nvSpPr>
          <p:cNvPr id="4" name="Tarjeta JSON"/>
          <p:cNvSpPr/>
          <p:nvPr/>
        </p:nvSpPr>
        <p:spPr>
          <a:xfrm>
            <a:off x="4937760" y="1280160"/>
            <a:ext cx="3657600" cy="2834640"/>
          </a:xfrm>
          <a:prstGeom prst="roundRect">
            <a:avLst>
              <a:gd name="adj" fmla="val 3871"/>
            </a:avLst>
          </a:prstGeom>
          <a:solidFill>
            <a:srgbClr val="1731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66360" y="14173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"porEstado":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"BORRADOR": 3,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"APROBADA": 1,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"DEVUELTA": 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"total":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AI-DLC de AWS · Carolina Aguilar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caminos, un mismo pedido</a:t>
            </a:r>
            <a:endParaRPr lang="en-US" sz="3200" dirty="0"/>
          </a:p>
        </p:txBody>
      </p:sp>
      <p:sp>
        <p:nvSpPr>
          <p:cNvPr id="3" name="A · Sin herramienta"/>
          <p:cNvSpPr/>
          <p:nvPr/>
        </p:nvSpPr>
        <p:spPr>
          <a:xfrm>
            <a:off x="54864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Sin herramienta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prompt a la 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5 pruebas en unos 2 minutos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documentos ni etapas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feature-sin-aidlc</a:t>
            </a:r>
            <a:endParaRPr lang="en-US" sz="1500" dirty="0"/>
          </a:p>
        </p:txBody>
      </p:sp>
      <p:sp>
        <p:nvSpPr>
          <p:cNvPr id="8" name="B · Con AI-DLC 2.11.0"/>
          <p:cNvSpPr/>
          <p:nvPr/>
        </p:nvSpPr>
        <p:spPr>
          <a:xfrm>
            <a:off x="475488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50876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 AI-DLC 2.11.0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240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express con puertas de aprobación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etapas aprobadas por mí, 3 omitidas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archivos de evidencia en aidlc/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feature-con-aidlc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AI-DLC de AWS · Carolina Aguilar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Versión B: las 7 etapas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48640" y="13258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DFF3F1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inversa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13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200" dirty="0"/>
          </a:p>
        </p:txBody>
      </p:sp>
      <p:sp>
        <p:nvSpPr>
          <p:cNvPr id="7" name="Etapa 2"/>
          <p:cNvSpPr/>
          <p:nvPr/>
        </p:nvSpPr>
        <p:spPr>
          <a:xfrm>
            <a:off x="2560320" y="13258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DFF3F1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13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200" dirty="0"/>
          </a:p>
        </p:txBody>
      </p:sp>
      <p:sp>
        <p:nvSpPr>
          <p:cNvPr id="11" name="Etapa 3"/>
          <p:cNvSpPr/>
          <p:nvPr/>
        </p:nvSpPr>
        <p:spPr>
          <a:xfrm>
            <a:off x="4572000" y="13258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DFF3F1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código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313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200" dirty="0"/>
          </a:p>
        </p:txBody>
      </p:sp>
      <p:sp>
        <p:nvSpPr>
          <p:cNvPr id="15" name="Etapa 4"/>
          <p:cNvSpPr/>
          <p:nvPr/>
        </p:nvSpPr>
        <p:spPr>
          <a:xfrm>
            <a:off x="6583680" y="13258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DFF3F1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313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200" dirty="0"/>
          </a:p>
        </p:txBody>
      </p:sp>
      <p:sp>
        <p:nvSpPr>
          <p:cNvPr id="19" name="Etapa 5"/>
          <p:cNvSpPr/>
          <p:nvPr/>
        </p:nvSpPr>
        <p:spPr>
          <a:xfrm>
            <a:off x="548640" y="29260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1F3F4"/>
          </a:solidFill>
          <a:ln w="12700">
            <a:solidFill>
              <a:srgbClr val="C3CB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13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Omitida</a:t>
            </a:r>
            <a:endParaRPr lang="en-US" sz="1200" dirty="0"/>
          </a:p>
        </p:txBody>
      </p:sp>
      <p:sp>
        <p:nvSpPr>
          <p:cNvPr id="23" name="Etapa 6"/>
          <p:cNvSpPr/>
          <p:nvPr/>
        </p:nvSpPr>
        <p:spPr>
          <a:xfrm>
            <a:off x="2560320" y="29260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1F3F4"/>
          </a:solidFill>
          <a:ln w="12700">
            <a:solidFill>
              <a:srgbClr val="C3CB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748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Execution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913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Omitida</a:t>
            </a:r>
            <a:endParaRPr lang="en-US" sz="1200" dirty="0"/>
          </a:p>
        </p:txBody>
      </p:sp>
      <p:sp>
        <p:nvSpPr>
          <p:cNvPr id="27" name="Etapa 7"/>
          <p:cNvSpPr/>
          <p:nvPr/>
        </p:nvSpPr>
        <p:spPr>
          <a:xfrm>
            <a:off x="4572000" y="29260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1F3F4"/>
          </a:solidFill>
          <a:ln w="12700">
            <a:solidFill>
              <a:srgbClr val="C3CB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Setup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3913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Omitida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92608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ningún Request Changes. Las etapas 6 y 7 las omitió el asistente sin consultarme.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AI-DLC de AWS · Carolina Aguilar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solo B detectó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 feature.md no existe</a:t>
            </a:r>
            <a:endParaRPr lang="en-US" sz="1800" dirty="0"/>
          </a:p>
        </p:txBody>
      </p:sp>
      <p:sp>
        <p:nvSpPr>
          <p:cNvPr id="4" name="Ruta feature.md"/>
          <p:cNvSpPr/>
          <p:nvPr/>
        </p:nvSpPr>
        <p:spPr>
          <a:xfrm>
            <a:off x="548640" y="178308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2A46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feature.md dice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/api/dj/estadisticas</a:t>
            </a:r>
            <a:endParaRPr lang="en-US" sz="1400" dirty="0"/>
          </a:p>
        </p:txBody>
      </p:sp>
      <p:sp>
        <p:nvSpPr>
          <p:cNvPr id="7" name="Ruta real"/>
          <p:cNvSpPr/>
          <p:nvPr/>
        </p:nvSpPr>
        <p:spPr>
          <a:xfrm>
            <a:off x="4846320" y="178308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router real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194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/api/v1/declaraciones-juradas/estadisticas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lo encontró en la ingeniería inversa y me lo preguntó en requisitos.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cubrió el caso del administrador sin facultad (403) y agregó una prueba HTTP.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AI-DLC de AWS · Carolina Aguilar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pruebas pasan en ambas</a:t>
            </a:r>
            <a:endParaRPr lang="en-US" sz="3200" dirty="0"/>
          </a:p>
        </p:txBody>
      </p:sp>
      <p:sp>
        <p:nvSpPr>
          <p:cNvPr id="3" name="Cifra 22"/>
          <p:cNvSpPr/>
          <p:nvPr/>
        </p:nvSpPr>
        <p:spPr>
          <a:xfrm>
            <a:off x="54864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97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del dominio DJ en A</a:t>
            </a:r>
            <a:endParaRPr lang="en-US" sz="1400" dirty="0"/>
          </a:p>
        </p:txBody>
      </p:sp>
      <p:sp>
        <p:nvSpPr>
          <p:cNvPr id="6" name="Cifra 132"/>
          <p:cNvSpPr/>
          <p:nvPr/>
        </p:nvSpPr>
        <p:spPr>
          <a:xfrm>
            <a:off x="256032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697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todo el backend en B</a:t>
            </a:r>
            <a:endParaRPr lang="en-US" sz="1400" dirty="0"/>
          </a:p>
        </p:txBody>
      </p:sp>
      <p:sp>
        <p:nvSpPr>
          <p:cNvPr id="9" name="Cifra 14"/>
          <p:cNvSpPr/>
          <p:nvPr/>
        </p:nvSpPr>
        <p:spPr>
          <a:xfrm>
            <a:off x="45720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97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nuevas en B</a:t>
            </a:r>
            <a:endParaRPr lang="en-US" sz="1400" dirty="0"/>
          </a:p>
        </p:txBody>
      </p:sp>
      <p:sp>
        <p:nvSpPr>
          <p:cNvPr id="12" name="Cifra 0"/>
          <p:cNvSpPr/>
          <p:nvPr/>
        </p:nvSpPr>
        <p:spPr>
          <a:xfrm>
            <a:off x="658368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697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en las dos ramas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Ejecutadas por mí desde la raíz del repositorio con Jest.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AI-DLC de AWS · Carolina Aguilar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</a:t>
            </a:r>
            <a:endParaRPr lang="en-US" sz="3200" dirty="0"/>
          </a:p>
        </p:txBody>
      </p:sp>
      <p:graphicFrame>
        <p:nvGraphicFramePr>
          <p:cNvPr id="8" name="Tabla compar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Sin 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Con AI-DLC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Unos 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Unos 24 min, sin contar la instalación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corrección del asistente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aprobaciones, 1 omisión, 3 respuestas, 0 Request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y pruebas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82 archivos en aidlc/ y .aidlc-version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 y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Detectó el error de la ruta y deja trazabilidad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registro de decisiones ni prueba 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Lento, mucho papeleo y fricción de instalación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AI-DLC de AWS · Carolina Aguilar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endpoint pequeño, el resultado final fue casi igual y B costó diez veces más tiempo.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AI-DLC fue el registro de decisiones y encontrar el error del enunciado.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usaría en cambios de seguridad o reglas de negocio, no en cambios chicos.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salió bien: permisos de instalación, PATH, hooks desactivados y dos etapas omitidas sin consultarme.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AI-DLC de AWS · Carolina Aguilar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AI-DLC de AWS: con y sin herramienta</dc:title>
  <dc:subject>PptxGenJS Presentation</dc:subject>
  <dc:creator>Carolina Aguilar</dc:creator>
  <cp:lastModifiedBy>Carolina Aguilar</cp:lastModifiedBy>
  <cp:revision>1</cp:revision>
  <dcterms:created xsi:type="dcterms:W3CDTF">2026-10-22T01:18:51Z</dcterms:created>
  <dcterms:modified xsi:type="dcterms:W3CDTF">2026-10-22T01:18:51Z</dcterms:modified>
</cp:coreProperties>
</file>