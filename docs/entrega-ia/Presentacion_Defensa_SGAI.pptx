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1"/>
    <p:restoredTop sz="92441"/>
  </p:normalViewPr>
  <p:slideViewPr>
    <p:cSldViewPr snapToGrid="0" snapToObjects="1">
      <p:cViewPr>
        <p:scale>
          <a:sx n="73" d="100"/>
          <a:sy n="73" d="100"/>
        </p:scale>
        <p:origin x="10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14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Presentate: nombre, módulo M6, y en una frase qué es SGAI y qué parte usa IA. No leas el subtítulo — decilo con tus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Explicá el problema SIN mencionar IA todavía — esto es a propósito, para justificar después por qué hace falta. Enfatizá "0 visibilidad de estado": ni el docente ni la DPA tienen memoria del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Aclará que la máquina de estados y el RBAC son código puro, sin IA — esto es importante para la siguiente pregunta que te van a hacer (por qué IA y no solo esto).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Nombrá las 3 piezas rápido, sin entrar en detalle técnico todavía — son el mapa de lo que vas a demostrar en las próximas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pregunta que más cae en una defensa — respondela de memoria, no leas la diapositiva. La clave: "la mayoría del sistema NO usa IA a propósito".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Señalá con el dedo la escalera de abajo hacia arriba. Decí explícitamente: "llegamos a Nivel 5, pero lo declaramos acotado" — mostrar que entendés los límites suma más que ocultarlos.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Recorré el diagrama con el mouse/láser siguiendo la flecha sólida (camino de la petición) y después la punteada (cuándo se llama al modelo). Mencioná que no hay vector store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CAMBIÁS A LA APP REAL (no sigas con la diapositiva todavía). Abrí el navegador en localhost:5173/login y escribí en vivo: "¿Qué necesito para que me den una constancia laboral?" y después la pregunta de sueldo. Volvé a esta diapositiva solo si algo falla en vivo — las capturas son tu red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Iniciá sesión como admin.facultad y andá a "Asistente MCP". Escribí en vivo "Aprobá la DJ de Juan Jaldín si corresponde", mostrá la traza de 3 pasos, el preview, y confirmá. Volvé acá si algo falla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tu mejor anécdota — contala como una historia, no como una tabla: "probamos con una pregunta de sueldo y el sistema casi responde mal, acá está el número real que lo probó". Los jurados valoran mucho encontrar y corregir un bug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 disculpes por esto — decilo con seguridad: "esto es lo que decidimos NO hacer, y por qué". Es lo que separa un proyecto honesto de uno que exagera.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Cerrá con los números grandes. "Nada de esto es solo una afirmación" es la frase clave — todo tiene test o captura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Agradecé y abrí a preguntas. Si preguntan algo que no sabés, es mejor decir "no lo probamos, quedó en trabajo futuro" que inventar una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SGAI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Académica con 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Declaraciones Juradas — RAG, agente MCP y orquestador de atención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3840480" cy="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4617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4983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Aguilar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5349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Integración de IA en Productos de 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715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5715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UMSS — Maestría en Desarrollo de Productos de Software con 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— SIN IA TODAVÍA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Declaraciones Juradas manuales,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trazabilidad, y una DPA que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 lo mismo mil veces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académico debe presentar Declaraciones Juradas periódicas (normativa CEUB, RR N° 750/17) que pasan por Facultad y por la DPA.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seguimiento es en papel: un docente no tiene forma de saber en qué estado está su trámite sin llamar o presentarse.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DPA administra más de 30 trámites distintos — cada uno con sus propios requisitos, plazos y normativa, dispersos, que solo unas pocas personas conocen de memoria.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06324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3375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58952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DISTINTOS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NORMATIVA DISPERSA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26280"/>
            <a:ext cx="2834640" cy="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47548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589520" y="5532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ESTADO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DOCENTE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SGAI: un núcleo de reglas de negocio,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3 piezas de IA encima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Express + TypeScript, frontend en React.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Núcleo: máquina de estados formal de la DJ — BORRADOR → EN_REVISIÓN_FACULTAD → APROBADA / DEVUELTA / EN_REVISIÓN_DPA / RECHAZADA.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explícitas por rol (p. ej. un Admin. Facultad solo actúa sobre DJ de su propia facultad).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ese núcleo — sin tocarlo — se apoyan las 3 piezas de IA de la próxima diapositiva.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2651760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27614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69480" y="3108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envía sus DJ, consulta su estado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40880" y="3886200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39959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 FACULTAD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69480" y="4343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Revisa, aprueba o devuelve las DJ de su facultad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40880" y="5120640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5230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5577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final institucional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LA IA — 3 PIEZAS PUNTUALES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está distribuida por todo el sistema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trámites (RAG)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697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en lenguaje natural sobre los 30+ trámites, citando la fuente real — embeddings locales vía Ollama.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657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MCP de aprobación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 hasta 5 herramientas para investigar una DJ y proponer una aprobación/rechazo — pero pausa y muestra un preview real antes de escribir.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5029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de atención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54406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la intención de un mensaje libre y decide, según el rol y el estado ya persistido, si resuelve, pide más datos, o escala a un humano.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MÁS SE CAE EN UNA DEFENSA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aporta la IA que un formulario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una consulta SQL no daban?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1A245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 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DJ — es un formulario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desde el panel — es un botón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facultad — es un filter común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83464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se justifica 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35204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 no estructurado — sinónimos, errores de tipeo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al agente ("aprobá si corresponde")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pasos de investigación que, a mano, son 3-4 pantallas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ESCALERA DE INTEGRACIÓN DE 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4 alcanzado — declarado acotado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21031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como dependencia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0" y="2103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SugerirTipoDJService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2852928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estructurada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69748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validado, vocabulario cerrado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419856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918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3291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elige, el código ejecuta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986784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3346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8862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reales + cita la fuente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4553712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805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80160" y="4480560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+ MCP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44805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real, 5 herramientas, tools/list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74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280160" y="5074920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06640" y="50749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de negocio + estado persistido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Acotado a propósito: sin base vectorial externa (índice en memoria sobre 34 documentos), sin ciclos en el orquestador (árbol de decisión de 1 nivel).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pregunta del usuario al modelo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de vuelta — sin capas ocultas</a:t>
            </a:r>
            <a:endParaRPr lang="en-US" sz="3400" dirty="0"/>
          </a:p>
        </p:txBody>
      </p:sp>
      <p:pic>
        <p:nvPicPr>
          <p:cNvPr id="4" name="Image 0" descr="/tmp/figuras_crop/dia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303585"/>
            <a:ext cx="9326880" cy="4325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 · 1 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asistente de trámites (RAG)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lo probamos en vivo — evidencia real capturada en el documento de entrega:</a:t>
            </a:r>
            <a:endParaRPr lang="en-US" sz="1300" dirty="0"/>
          </a:p>
        </p:txBody>
      </p:sp>
      <p:pic>
        <p:nvPicPr>
          <p:cNvPr id="5" name="Image 0" descr="/tmp/figuras_crop/fi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5486400" cy="4160520"/>
          </a:xfrm>
          <a:prstGeom prst="rect">
            <a:avLst/>
          </a:prstGeom>
        </p:spPr>
      </p:pic>
      <p:pic>
        <p:nvPicPr>
          <p:cNvPr id="6" name="Image 1" descr="/tmp/figuras_crop/fi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86000"/>
            <a:ext cx="548640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 · 2 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 MCP: propone, nunca ejecuta solo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"Aprobá la DJ de Juan Jaldín si corresponde" — encadena 3 herramientas y pausa para confirmar:</a:t>
            </a:r>
            <a:endParaRPr lang="en-US" sz="1300" dirty="0"/>
          </a:p>
        </p:txBody>
      </p:sp>
      <p:pic>
        <p:nvPicPr>
          <p:cNvPr id="5" name="Image 0" descr="/tmp/figuras_crop/fi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5486400" cy="4160520"/>
          </a:xfrm>
          <a:prstGeom prst="rect">
            <a:avLst/>
          </a:prstGeom>
        </p:spPr>
      </p:pic>
      <p:pic>
        <p:nvPicPr>
          <p:cNvPr id="6" name="Image 1" descr="/tmp/figuras_crop/fig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86000"/>
            <a:ext cx="548640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HALLAZGO REAL, NO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RAG confundió tema con intención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y lo medimos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 gana un docente a dedicación exclusiva?" recuperó, por similitud de embeddings, el trámite de nombramiento a dedicación exclusiva — con MÁS confianza que una pregunta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BEAE8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49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del FALSO POSITIVO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(pregunta de sueldo)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36118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E7F4EC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3749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309360" y="4800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del MATCH LEGÍTIMO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(constancia laboral)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corrección: un guard de intención (regex sobre montos/sueldo/opinión) se aplica antes de siquiera intentar RAG — ni el umbral ni un margen resolvían esto solos.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— QUÉ QUEDA PENDIENTE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está, dicho explícitamente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fallback de LLM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81635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Groq falla o deprecia un modelo (ya pasó en esta entrega), no reintenta con otro proveedor automáticamente.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memoria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00507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el estado del orquestador (JSON en disco), no hay base de datos relacional — alcance de demo, migración a Postgres ya prevista.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FBEA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800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sin ciclos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193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árbol de decisión de 1 nivel, no un grafo con retorno a un nodo anterior.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declaradas, no ocultas — cada una con su justificación en el documento de entrega.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de esto es solo teoría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capacidad afirmada tiene test automatizado, o fue verificada en vivo contra el LLM real y el backend real — nunca solo simulado.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A245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/ 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10 suites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A245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2004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MCP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descubiertas por protocolo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A2456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2004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escalera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integración, acotado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A2456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2004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8696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reinicio real del proceso,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sobrevivió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SGAI — Módulo Declaraciones Juradas · M6 · UMSS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3840480" cy="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github.com/carolinaaguilarmpsia-gif/Modulo-6-Carolina-Aguilar/tree/agent-mcp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1563</Words>
  <Application>Microsoft Macintosh PowerPoint</Application>
  <PresentationFormat>Widescreen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Aguilar</cp:lastModifiedBy>
  <cp:revision>3</cp:revision>
  <dcterms:created xsi:type="dcterms:W3CDTF">2026-08-22T01:24:04Z</dcterms:created>
  <dcterms:modified xsi:type="dcterms:W3CDTF">2026-08-22T02:28:16Z</dcterms:modified>
</cp:coreProperties>
</file>